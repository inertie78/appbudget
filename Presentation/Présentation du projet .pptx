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75" d="100"/>
          <a:sy n="75" d="100"/>
        </p:scale>
        <p:origin x="1836" y="10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06D6E-0495-4922-AB28-CDD73E86B8AF}" type="datetimeFigureOut">
              <a:rPr lang="fr-CH" smtClean="0"/>
              <a:t>14.06.2025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1938A-5B7B-4EDA-82E0-C543665F7972}" type="slidenum">
              <a:rPr lang="fr-CH" smtClean="0"/>
              <a:t>‹N°›</a:t>
            </a:fld>
            <a:endParaRPr lang="fr-CH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4412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06D6E-0495-4922-AB28-CDD73E86B8AF}" type="datetimeFigureOut">
              <a:rPr lang="fr-CH" smtClean="0"/>
              <a:t>14.06.2025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1938A-5B7B-4EDA-82E0-C543665F797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70812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06D6E-0495-4922-AB28-CDD73E86B8AF}" type="datetimeFigureOut">
              <a:rPr lang="fr-CH" smtClean="0"/>
              <a:t>14.06.2025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1938A-5B7B-4EDA-82E0-C543665F797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5595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06D6E-0495-4922-AB28-CDD73E86B8AF}" type="datetimeFigureOut">
              <a:rPr lang="fr-CH" smtClean="0"/>
              <a:t>14.06.2025</a:t>
            </a:fld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1938A-5B7B-4EDA-82E0-C543665F797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0923221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06D6E-0495-4922-AB28-CDD73E86B8AF}" type="datetimeFigureOut">
              <a:rPr lang="fr-CH" smtClean="0"/>
              <a:t>14.06.2025</a:t>
            </a:fld>
            <a:endParaRPr lang="fr-C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1938A-5B7B-4EDA-82E0-C543665F797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6582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06D6E-0495-4922-AB28-CDD73E86B8AF}" type="datetimeFigureOut">
              <a:rPr lang="fr-CH" smtClean="0"/>
              <a:t>14.06.2025</a:t>
            </a:fld>
            <a:endParaRPr lang="fr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1938A-5B7B-4EDA-82E0-C543665F797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045890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06D6E-0495-4922-AB28-CDD73E86B8AF}" type="datetimeFigureOut">
              <a:rPr lang="fr-CH" smtClean="0"/>
              <a:t>14.06.2025</a:t>
            </a:fld>
            <a:endParaRPr lang="fr-C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1938A-5B7B-4EDA-82E0-C543665F797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044512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06D6E-0495-4922-AB28-CDD73E86B8AF}" type="datetimeFigureOut">
              <a:rPr lang="fr-CH" smtClean="0"/>
              <a:t>14.06.2025</a:t>
            </a:fld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1938A-5B7B-4EDA-82E0-C543665F797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974257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06D6E-0495-4922-AB28-CDD73E86B8AF}" type="datetimeFigureOut">
              <a:rPr lang="fr-CH" smtClean="0"/>
              <a:t>14.06.2025</a:t>
            </a:fld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1938A-5B7B-4EDA-82E0-C543665F797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824228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06D6E-0495-4922-AB28-CDD73E86B8AF}" type="datetimeFigureOut">
              <a:rPr lang="fr-CH" smtClean="0"/>
              <a:t>14.06.2025</a:t>
            </a:fld>
            <a:endParaRPr lang="fr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1938A-5B7B-4EDA-82E0-C543665F797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02224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06D6E-0495-4922-AB28-CDD73E86B8AF}" type="datetimeFigureOut">
              <a:rPr lang="fr-CH" smtClean="0"/>
              <a:t>14.06.2025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1938A-5B7B-4EDA-82E0-C543665F797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192178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06D6E-0495-4922-AB28-CDD73E86B8AF}" type="datetimeFigureOut">
              <a:rPr lang="fr-CH" smtClean="0"/>
              <a:t>14.06.2025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1938A-5B7B-4EDA-82E0-C543665F7972}" type="slidenum">
              <a:rPr lang="fr-CH" smtClean="0"/>
              <a:t>‹N°›</a:t>
            </a:fld>
            <a:endParaRPr lang="fr-CH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09149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06D6E-0495-4922-AB28-CDD73E86B8AF}" type="datetimeFigureOut">
              <a:rPr lang="fr-CH" smtClean="0"/>
              <a:t>14.06.2025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1938A-5B7B-4EDA-82E0-C543665F797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599690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06D6E-0495-4922-AB28-CDD73E86B8AF}" type="datetimeFigureOut">
              <a:rPr lang="fr-CH" smtClean="0"/>
              <a:t>14.06.2025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1938A-5B7B-4EDA-82E0-C543665F7972}" type="slidenum">
              <a:rPr lang="fr-CH" smtClean="0"/>
              <a:t>‹N°›</a:t>
            </a:fld>
            <a:endParaRPr lang="fr-CH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751826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06D6E-0495-4922-AB28-CDD73E86B8AF}" type="datetimeFigureOut">
              <a:rPr lang="fr-CH" smtClean="0"/>
              <a:t>14.06.2025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1938A-5B7B-4EDA-82E0-C543665F797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449962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06D6E-0495-4922-AB28-CDD73E86B8AF}" type="datetimeFigureOut">
              <a:rPr lang="fr-CH" smtClean="0"/>
              <a:t>14.06.2025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1938A-5B7B-4EDA-82E0-C543665F797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592235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06D6E-0495-4922-AB28-CDD73E86B8AF}" type="datetimeFigureOut">
              <a:rPr lang="fr-CH" smtClean="0"/>
              <a:t>14.06.2025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1938A-5B7B-4EDA-82E0-C543665F797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25248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F906D6E-0495-4922-AB28-CDD73E86B8AF}" type="datetimeFigureOut">
              <a:rPr lang="fr-CH" smtClean="0"/>
              <a:t>14.06.2025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12A1938A-5B7B-4EDA-82E0-C543665F797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02090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3B316D-B666-D7F6-8288-13DE0E307D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DE7C112-BAC6-1137-4041-F96DFBC28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H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54CB8F09-EF95-2BB9-F3A7-D74F184E6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5486" y="0"/>
            <a:ext cx="12267486" cy="6858000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11DAB7B2-7431-44D3-37B2-314E11D8FF7B}"/>
              </a:ext>
            </a:extLst>
          </p:cNvPr>
          <p:cNvSpPr txBox="1"/>
          <p:nvPr/>
        </p:nvSpPr>
        <p:spPr>
          <a:xfrm>
            <a:off x="4035105" y="562464"/>
            <a:ext cx="4046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Présentation du projet Java réalisé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A3D9386-019A-0F1F-3BA4-E02D5BE7BAB7}"/>
              </a:ext>
            </a:extLst>
          </p:cNvPr>
          <p:cNvSpPr txBox="1"/>
          <p:nvPr/>
        </p:nvSpPr>
        <p:spPr>
          <a:xfrm>
            <a:off x="3812961" y="933397"/>
            <a:ext cx="5099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par Christophe Debons et Guillaume Leibzig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58A28F16-D012-0C2E-6A68-C13B570CD252}"/>
              </a:ext>
            </a:extLst>
          </p:cNvPr>
          <p:cNvSpPr txBox="1"/>
          <p:nvPr/>
        </p:nvSpPr>
        <p:spPr>
          <a:xfrm>
            <a:off x="4778769" y="1426064"/>
            <a:ext cx="3167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dans le cadre du CAS IDD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1A62442-4048-E7A3-E6B5-C227D7BBD13C}"/>
              </a:ext>
            </a:extLst>
          </p:cNvPr>
          <p:cNvSpPr txBox="1"/>
          <p:nvPr/>
        </p:nvSpPr>
        <p:spPr>
          <a:xfrm>
            <a:off x="4541653" y="5802869"/>
            <a:ext cx="30332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Neuchâtel, le 16 juin 2025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FEA5B0E9-16C1-4898-927E-EA383DE89CC2}"/>
              </a:ext>
            </a:extLst>
          </p:cNvPr>
          <p:cNvSpPr txBox="1"/>
          <p:nvPr/>
        </p:nvSpPr>
        <p:spPr>
          <a:xfrm>
            <a:off x="2602821" y="3259092"/>
            <a:ext cx="69108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3200" b="1" dirty="0"/>
              <a:t>Application de gestion de budget</a:t>
            </a:r>
          </a:p>
        </p:txBody>
      </p:sp>
    </p:spTree>
    <p:extLst>
      <p:ext uri="{BB962C8B-B14F-4D97-AF65-F5344CB8AC3E}">
        <p14:creationId xmlns:p14="http://schemas.microsoft.com/office/powerpoint/2010/main" val="39028155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330E1D-6D20-548A-600F-97105FC7D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9AE6A0-7396-55C3-A48D-EDE2C23B315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F1B19C1-6060-ABC1-45CD-FC1EFC226C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H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073DEF7-2C8C-7529-9836-F6619B4B5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5486" y="0"/>
            <a:ext cx="12267486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5C086AA-471A-607A-416F-FBA5B820952C}"/>
              </a:ext>
            </a:extLst>
          </p:cNvPr>
          <p:cNvSpPr/>
          <p:nvPr/>
        </p:nvSpPr>
        <p:spPr>
          <a:xfrm>
            <a:off x="1317462" y="-1"/>
            <a:ext cx="9302400" cy="6840000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18FA9CE0-3E5B-1818-B3C7-826DA1032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044551" y="-1981499"/>
            <a:ext cx="3905795" cy="2133898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1F5DCFEB-BAAC-A5AD-DDB3-4FA3ED8AD8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76080" y="352442"/>
            <a:ext cx="4515480" cy="4296375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6D1783F2-5B32-2F31-4921-EFB029241B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4427" y="-2233947"/>
            <a:ext cx="2896004" cy="504895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97C5E410-6656-78EC-D44B-3FCB00C02A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3475" y="-695379"/>
            <a:ext cx="9196387" cy="247685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87584E95-6F8C-707A-CC55-E567D534EF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4227" y="8339438"/>
            <a:ext cx="2067213" cy="676369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079DE41-7F80-90C2-7BE9-A4376F12E0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18979" y="1447056"/>
            <a:ext cx="4906060" cy="5334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666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3.33333E-6 L -0.00013 0.10555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527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2956 0.28889 L 0.57175 0.72847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109" y="2196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-3.33333E-6 L -0.5983 0.16875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922" y="842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1.11111E-6 L -0.38151 0.47222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076" y="236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5273 -0.1375 L -0.20378 -0.36528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826" y="-1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0DF42474-98E8-141C-34B6-9398303539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409"/>
            <a:ext cx="12610160" cy="7050909"/>
          </a:xfrm>
          <a:prstGeom prst="rect">
            <a:avLst/>
          </a:prstGeom>
        </p:spPr>
      </p:pic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AF8985A7-FDF9-5E4D-A92F-4FF60791E4D4}"/>
              </a:ext>
            </a:extLst>
          </p:cNvPr>
          <p:cNvSpPr/>
          <p:nvPr/>
        </p:nvSpPr>
        <p:spPr>
          <a:xfrm>
            <a:off x="1017270" y="1489075"/>
            <a:ext cx="2160000" cy="540000"/>
          </a:xfrm>
          <a:prstGeom prst="roundRect">
            <a:avLst/>
          </a:prstGeom>
          <a:ln>
            <a:solidFill>
              <a:schemeClr val="tx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200" b="1" dirty="0" err="1"/>
              <a:t>Views</a:t>
            </a:r>
            <a:endParaRPr lang="fr-CH" sz="2200" b="1" dirty="0"/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94A88223-8AEA-D2AC-CFD8-F5BEE8A581E3}"/>
              </a:ext>
            </a:extLst>
          </p:cNvPr>
          <p:cNvSpPr/>
          <p:nvPr/>
        </p:nvSpPr>
        <p:spPr>
          <a:xfrm>
            <a:off x="5016000" y="3794863"/>
            <a:ext cx="2160000" cy="540000"/>
          </a:xfrm>
          <a:prstGeom prst="roundRect">
            <a:avLst/>
          </a:prstGeom>
          <a:ln>
            <a:solidFill>
              <a:schemeClr val="tx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200" b="1" dirty="0"/>
              <a:t>Controller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6727D301-B354-CD95-2AB2-578D3F5DEA69}"/>
              </a:ext>
            </a:extLst>
          </p:cNvPr>
          <p:cNvSpPr/>
          <p:nvPr/>
        </p:nvSpPr>
        <p:spPr>
          <a:xfrm>
            <a:off x="9014730" y="1489075"/>
            <a:ext cx="2160000" cy="540000"/>
          </a:xfrm>
          <a:prstGeom prst="roundRect">
            <a:avLst/>
          </a:prstGeom>
          <a:ln>
            <a:solidFill>
              <a:schemeClr val="tx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200" b="1" dirty="0"/>
              <a:t>Model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0EEAA981-F9B3-41EA-DD40-4800A38ADD02}"/>
              </a:ext>
            </a:extLst>
          </p:cNvPr>
          <p:cNvSpPr/>
          <p:nvPr/>
        </p:nvSpPr>
        <p:spPr>
          <a:xfrm>
            <a:off x="1015380" y="2154321"/>
            <a:ext cx="1422400" cy="266700"/>
          </a:xfrm>
          <a:prstGeom prst="roundRect">
            <a:avLst/>
          </a:prstGeom>
          <a:ln>
            <a:solidFill>
              <a:schemeClr val="tx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H" dirty="0" err="1"/>
              <a:t>MenuBar</a:t>
            </a:r>
            <a:endParaRPr lang="fr-CH" dirty="0"/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CB60E3E5-214C-FAAC-18C6-A045A263CDCE}"/>
              </a:ext>
            </a:extLst>
          </p:cNvPr>
          <p:cNvSpPr/>
          <p:nvPr/>
        </p:nvSpPr>
        <p:spPr>
          <a:xfrm>
            <a:off x="1015380" y="2499630"/>
            <a:ext cx="1422400" cy="266700"/>
          </a:xfrm>
          <a:prstGeom prst="roundRect">
            <a:avLst/>
          </a:prstGeom>
          <a:ln>
            <a:solidFill>
              <a:schemeClr val="tx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H" dirty="0"/>
              <a:t>Formulaire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DDA64B08-7C79-2A3A-B313-26CAEE4432E8}"/>
              </a:ext>
            </a:extLst>
          </p:cNvPr>
          <p:cNvSpPr/>
          <p:nvPr/>
        </p:nvSpPr>
        <p:spPr>
          <a:xfrm>
            <a:off x="1015380" y="2809248"/>
            <a:ext cx="1422400" cy="266700"/>
          </a:xfrm>
          <a:prstGeom prst="roundRect">
            <a:avLst/>
          </a:prstGeom>
          <a:ln>
            <a:solidFill>
              <a:schemeClr val="tx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H" dirty="0"/>
              <a:t>Table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C2226D14-03CF-AFDF-81CB-AD3AE35592F7}"/>
              </a:ext>
            </a:extLst>
          </p:cNvPr>
          <p:cNvSpPr/>
          <p:nvPr/>
        </p:nvSpPr>
        <p:spPr>
          <a:xfrm>
            <a:off x="1015380" y="3118866"/>
            <a:ext cx="1422400" cy="266700"/>
          </a:xfrm>
          <a:prstGeom prst="roundRect">
            <a:avLst/>
          </a:prstGeom>
          <a:ln>
            <a:solidFill>
              <a:schemeClr val="tx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H" dirty="0"/>
              <a:t>Totaux</a:t>
            </a:r>
          </a:p>
        </p:txBody>
      </p:sp>
      <p:sp>
        <p:nvSpPr>
          <p:cNvPr id="21" name="Rectangle : coins arrondis 20">
            <a:extLst>
              <a:ext uri="{FF2B5EF4-FFF2-40B4-BE49-F238E27FC236}">
                <a16:creationId xmlns:a16="http://schemas.microsoft.com/office/drawing/2014/main" id="{1D10F284-2AA7-E37E-CB0E-F3D99833CAC6}"/>
              </a:ext>
            </a:extLst>
          </p:cNvPr>
          <p:cNvSpPr/>
          <p:nvPr/>
        </p:nvSpPr>
        <p:spPr>
          <a:xfrm>
            <a:off x="1015380" y="3428484"/>
            <a:ext cx="1422400" cy="266700"/>
          </a:xfrm>
          <a:prstGeom prst="roundRect">
            <a:avLst/>
          </a:prstGeom>
          <a:ln>
            <a:solidFill>
              <a:schemeClr val="tx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H" dirty="0"/>
              <a:t>Filtres</a:t>
            </a:r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D76D9070-FBA5-B239-AA94-5D71E02B66C7}"/>
              </a:ext>
            </a:extLst>
          </p:cNvPr>
          <p:cNvSpPr/>
          <p:nvPr/>
        </p:nvSpPr>
        <p:spPr>
          <a:xfrm>
            <a:off x="5298873" y="4457145"/>
            <a:ext cx="1663700" cy="275237"/>
          </a:xfrm>
          <a:prstGeom prst="roundRect">
            <a:avLst/>
          </a:prstGeom>
          <a:ln>
            <a:solidFill>
              <a:schemeClr val="tx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200" dirty="0"/>
              <a:t>intermédiaire</a:t>
            </a:r>
          </a:p>
        </p:txBody>
      </p:sp>
      <p:sp>
        <p:nvSpPr>
          <p:cNvPr id="24" name="Flèche : droite 23">
            <a:extLst>
              <a:ext uri="{FF2B5EF4-FFF2-40B4-BE49-F238E27FC236}">
                <a16:creationId xmlns:a16="http://schemas.microsoft.com/office/drawing/2014/main" id="{097DF873-C980-DAC6-7B90-1C0B1A6A4F22}"/>
              </a:ext>
            </a:extLst>
          </p:cNvPr>
          <p:cNvSpPr/>
          <p:nvPr/>
        </p:nvSpPr>
        <p:spPr>
          <a:xfrm rot="10800000">
            <a:off x="3614827" y="1689388"/>
            <a:ext cx="4962346" cy="208800"/>
          </a:xfrm>
          <a:prstGeom prst="rightArrow">
            <a:avLst/>
          </a:prstGeom>
          <a:solidFill>
            <a:schemeClr val="tx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5" name="Flèche : droite 24">
            <a:extLst>
              <a:ext uri="{FF2B5EF4-FFF2-40B4-BE49-F238E27FC236}">
                <a16:creationId xmlns:a16="http://schemas.microsoft.com/office/drawing/2014/main" id="{68CDCC2C-170C-4BD8-1386-487053662012}"/>
              </a:ext>
            </a:extLst>
          </p:cNvPr>
          <p:cNvSpPr/>
          <p:nvPr/>
        </p:nvSpPr>
        <p:spPr>
          <a:xfrm rot="13407982">
            <a:off x="2924971" y="2730348"/>
            <a:ext cx="2071404" cy="208800"/>
          </a:xfrm>
          <a:prstGeom prst="rightArrow">
            <a:avLst/>
          </a:prstGeom>
          <a:solidFill>
            <a:schemeClr val="tx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7" name="Flèche : droite 26">
            <a:extLst>
              <a:ext uri="{FF2B5EF4-FFF2-40B4-BE49-F238E27FC236}">
                <a16:creationId xmlns:a16="http://schemas.microsoft.com/office/drawing/2014/main" id="{C4EEB08E-BCF8-CB72-DB39-92EDC70814DA}"/>
              </a:ext>
            </a:extLst>
          </p:cNvPr>
          <p:cNvSpPr/>
          <p:nvPr/>
        </p:nvSpPr>
        <p:spPr>
          <a:xfrm rot="19058954">
            <a:off x="7106722" y="2852968"/>
            <a:ext cx="2071404" cy="208800"/>
          </a:xfrm>
          <a:prstGeom prst="rightArrow">
            <a:avLst/>
          </a:prstGeom>
          <a:solidFill>
            <a:schemeClr val="tx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8" name="Flèche : droite 27">
            <a:extLst>
              <a:ext uri="{FF2B5EF4-FFF2-40B4-BE49-F238E27FC236}">
                <a16:creationId xmlns:a16="http://schemas.microsoft.com/office/drawing/2014/main" id="{E1B67F4B-C0E9-CD47-87E2-D95F6379E995}"/>
              </a:ext>
            </a:extLst>
          </p:cNvPr>
          <p:cNvSpPr/>
          <p:nvPr/>
        </p:nvSpPr>
        <p:spPr>
          <a:xfrm rot="2567767">
            <a:off x="3310732" y="2830175"/>
            <a:ext cx="2071404" cy="208800"/>
          </a:xfrm>
          <a:prstGeom prst="rightArrow">
            <a:avLst/>
          </a:prstGeom>
          <a:solidFill>
            <a:schemeClr val="tx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88FF0175-CA79-8AFE-9779-E0FD2C59904D}"/>
              </a:ext>
            </a:extLst>
          </p:cNvPr>
          <p:cNvSpPr txBox="1"/>
          <p:nvPr/>
        </p:nvSpPr>
        <p:spPr>
          <a:xfrm>
            <a:off x="4759737" y="1339621"/>
            <a:ext cx="2672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Transmets les données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7018A670-49D9-B1F1-4D9D-36D01AD8CAAD}"/>
              </a:ext>
            </a:extLst>
          </p:cNvPr>
          <p:cNvSpPr txBox="1"/>
          <p:nvPr/>
        </p:nvSpPr>
        <p:spPr>
          <a:xfrm rot="19020431">
            <a:off x="7438824" y="2818868"/>
            <a:ext cx="1770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1200" dirty="0"/>
              <a:t>Transmets une action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B0C21C4B-049E-B575-F133-FA34A3F70CF1}"/>
              </a:ext>
            </a:extLst>
          </p:cNvPr>
          <p:cNvSpPr txBox="1"/>
          <p:nvPr/>
        </p:nvSpPr>
        <p:spPr>
          <a:xfrm rot="2582481">
            <a:off x="2821713" y="2893488"/>
            <a:ext cx="22076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1200" dirty="0"/>
              <a:t>Notifie changement d’état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0D1AD642-91CD-DE49-DB01-A5A2B8395AD6}"/>
              </a:ext>
            </a:extLst>
          </p:cNvPr>
          <p:cNvSpPr txBox="1"/>
          <p:nvPr/>
        </p:nvSpPr>
        <p:spPr>
          <a:xfrm rot="2582481">
            <a:off x="3732479" y="2642941"/>
            <a:ext cx="14734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1200" dirty="0"/>
              <a:t>Actions utilisateur</a:t>
            </a:r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18779CF7-E02B-5C2C-2F84-87E9F5210D85}"/>
              </a:ext>
            </a:extLst>
          </p:cNvPr>
          <p:cNvSpPr/>
          <p:nvPr/>
        </p:nvSpPr>
        <p:spPr>
          <a:xfrm>
            <a:off x="9209993" y="2205343"/>
            <a:ext cx="1964737" cy="215678"/>
          </a:xfrm>
          <a:prstGeom prst="roundRect">
            <a:avLst/>
          </a:prstGeom>
          <a:ln>
            <a:solidFill>
              <a:schemeClr val="tx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CH" sz="1200" dirty="0"/>
              <a:t>Insère les entrées</a:t>
            </a:r>
          </a:p>
        </p:txBody>
      </p:sp>
      <p:sp>
        <p:nvSpPr>
          <p:cNvPr id="35" name="Flèche : droite 34">
            <a:extLst>
              <a:ext uri="{FF2B5EF4-FFF2-40B4-BE49-F238E27FC236}">
                <a16:creationId xmlns:a16="http://schemas.microsoft.com/office/drawing/2014/main" id="{B51CDC17-60B8-E0B4-66C4-AC768493E9CC}"/>
              </a:ext>
            </a:extLst>
          </p:cNvPr>
          <p:cNvSpPr/>
          <p:nvPr/>
        </p:nvSpPr>
        <p:spPr>
          <a:xfrm rot="8256412">
            <a:off x="6762163" y="2943684"/>
            <a:ext cx="2071404" cy="208800"/>
          </a:xfrm>
          <a:prstGeom prst="rightArrow">
            <a:avLst/>
          </a:prstGeom>
          <a:solidFill>
            <a:schemeClr val="tx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B3F12FCB-67FE-B5E3-732D-F8A53CF053A7}"/>
              </a:ext>
            </a:extLst>
          </p:cNvPr>
          <p:cNvSpPr txBox="1"/>
          <p:nvPr/>
        </p:nvSpPr>
        <p:spPr>
          <a:xfrm rot="19020431">
            <a:off x="6646293" y="2804099"/>
            <a:ext cx="20281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1200" dirty="0"/>
              <a:t>Informe du changement</a:t>
            </a:r>
          </a:p>
        </p:txBody>
      </p:sp>
      <p:sp>
        <p:nvSpPr>
          <p:cNvPr id="37" name="Rectangle : coins arrondis 36">
            <a:extLst>
              <a:ext uri="{FF2B5EF4-FFF2-40B4-BE49-F238E27FC236}">
                <a16:creationId xmlns:a16="http://schemas.microsoft.com/office/drawing/2014/main" id="{E9AA9D89-3A05-B282-7CA6-B99B4E77B9A4}"/>
              </a:ext>
            </a:extLst>
          </p:cNvPr>
          <p:cNvSpPr/>
          <p:nvPr/>
        </p:nvSpPr>
        <p:spPr>
          <a:xfrm>
            <a:off x="9209992" y="2499630"/>
            <a:ext cx="1964737" cy="215678"/>
          </a:xfrm>
          <a:prstGeom prst="roundRect">
            <a:avLst/>
          </a:prstGeom>
          <a:ln>
            <a:solidFill>
              <a:schemeClr val="tx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CH" sz="1200" dirty="0"/>
              <a:t>Supprime les entrées</a:t>
            </a:r>
          </a:p>
        </p:txBody>
      </p:sp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8436F8DD-7A49-EF3D-C9A9-78744B4D6706}"/>
              </a:ext>
            </a:extLst>
          </p:cNvPr>
          <p:cNvSpPr/>
          <p:nvPr/>
        </p:nvSpPr>
        <p:spPr>
          <a:xfrm>
            <a:off x="9209992" y="2793917"/>
            <a:ext cx="1964737" cy="215678"/>
          </a:xfrm>
          <a:prstGeom prst="roundRect">
            <a:avLst/>
          </a:prstGeom>
          <a:ln>
            <a:solidFill>
              <a:schemeClr val="tx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CH" sz="1200" dirty="0"/>
              <a:t>Applique les filtres</a:t>
            </a:r>
          </a:p>
        </p:txBody>
      </p:sp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1F75654C-410D-04A9-0070-8C14C8A95438}"/>
              </a:ext>
            </a:extLst>
          </p:cNvPr>
          <p:cNvSpPr/>
          <p:nvPr/>
        </p:nvSpPr>
        <p:spPr>
          <a:xfrm>
            <a:off x="9209992" y="3088204"/>
            <a:ext cx="1964737" cy="215678"/>
          </a:xfrm>
          <a:prstGeom prst="roundRect">
            <a:avLst/>
          </a:prstGeom>
          <a:ln>
            <a:solidFill>
              <a:schemeClr val="tx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CH" sz="1200" dirty="0"/>
              <a:t>Effectue les calculs</a:t>
            </a:r>
          </a:p>
        </p:txBody>
      </p:sp>
      <p:sp>
        <p:nvSpPr>
          <p:cNvPr id="40" name="Rectangle : coins arrondis 39">
            <a:extLst>
              <a:ext uri="{FF2B5EF4-FFF2-40B4-BE49-F238E27FC236}">
                <a16:creationId xmlns:a16="http://schemas.microsoft.com/office/drawing/2014/main" id="{F846718C-E8F1-C2C7-22C2-382AB61BF3D0}"/>
              </a:ext>
            </a:extLst>
          </p:cNvPr>
          <p:cNvSpPr/>
          <p:nvPr/>
        </p:nvSpPr>
        <p:spPr>
          <a:xfrm>
            <a:off x="9209992" y="3371895"/>
            <a:ext cx="1964737" cy="215678"/>
          </a:xfrm>
          <a:prstGeom prst="roundRect">
            <a:avLst/>
          </a:prstGeom>
          <a:ln>
            <a:solidFill>
              <a:schemeClr val="tx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CH" sz="1200" dirty="0"/>
              <a:t>Gère les </a:t>
            </a:r>
            <a:r>
              <a:rPr lang="fr-CH" sz="1200" dirty="0" err="1"/>
              <a:t>accounts</a:t>
            </a:r>
            <a:endParaRPr lang="fr-CH" sz="1200" dirty="0"/>
          </a:p>
        </p:txBody>
      </p:sp>
      <p:sp>
        <p:nvSpPr>
          <p:cNvPr id="41" name="Rectangle : coins arrondis 40">
            <a:extLst>
              <a:ext uri="{FF2B5EF4-FFF2-40B4-BE49-F238E27FC236}">
                <a16:creationId xmlns:a16="http://schemas.microsoft.com/office/drawing/2014/main" id="{9E31E072-22E8-D819-16BD-959607A0607B}"/>
              </a:ext>
            </a:extLst>
          </p:cNvPr>
          <p:cNvSpPr/>
          <p:nvPr/>
        </p:nvSpPr>
        <p:spPr>
          <a:xfrm>
            <a:off x="5298873" y="4854664"/>
            <a:ext cx="1663700" cy="275237"/>
          </a:xfrm>
          <a:prstGeom prst="roundRect">
            <a:avLst/>
          </a:prstGeom>
          <a:ln>
            <a:solidFill>
              <a:schemeClr val="tx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200" dirty="0" err="1"/>
              <a:t>Get</a:t>
            </a:r>
            <a:r>
              <a:rPr lang="fr-CH" sz="1200" dirty="0"/>
              <a:t> / Set</a:t>
            </a:r>
          </a:p>
        </p:txBody>
      </p:sp>
      <p:sp>
        <p:nvSpPr>
          <p:cNvPr id="42" name="Rectangle : coins arrondis 41">
            <a:extLst>
              <a:ext uri="{FF2B5EF4-FFF2-40B4-BE49-F238E27FC236}">
                <a16:creationId xmlns:a16="http://schemas.microsoft.com/office/drawing/2014/main" id="{9516C05D-1E50-3B74-2E26-43E58DEFB031}"/>
              </a:ext>
            </a:extLst>
          </p:cNvPr>
          <p:cNvSpPr/>
          <p:nvPr/>
        </p:nvSpPr>
        <p:spPr>
          <a:xfrm>
            <a:off x="5298873" y="5252183"/>
            <a:ext cx="1663700" cy="275237"/>
          </a:xfrm>
          <a:prstGeom prst="roundRect">
            <a:avLst/>
          </a:prstGeom>
          <a:ln>
            <a:solidFill>
              <a:schemeClr val="tx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200" dirty="0"/>
              <a:t>Défini l’apparence</a:t>
            </a:r>
          </a:p>
        </p:txBody>
      </p:sp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8D9946DC-2F47-1ADB-EA8B-C84A4C465DE4}"/>
              </a:ext>
            </a:extLst>
          </p:cNvPr>
          <p:cNvSpPr/>
          <p:nvPr/>
        </p:nvSpPr>
        <p:spPr>
          <a:xfrm>
            <a:off x="5298873" y="5649702"/>
            <a:ext cx="1663700" cy="275237"/>
          </a:xfrm>
          <a:prstGeom prst="roundRect">
            <a:avLst/>
          </a:prstGeom>
          <a:ln>
            <a:solidFill>
              <a:schemeClr val="tx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200" dirty="0"/>
              <a:t>Actions du menu</a:t>
            </a:r>
          </a:p>
        </p:txBody>
      </p:sp>
    </p:spTree>
    <p:extLst>
      <p:ext uri="{BB962C8B-B14F-4D97-AF65-F5344CB8AC3E}">
        <p14:creationId xmlns:p14="http://schemas.microsoft.com/office/powerpoint/2010/main" val="2065645122"/>
      </p:ext>
    </p:extLst>
  </p:cSld>
  <p:clrMapOvr>
    <a:masterClrMapping/>
  </p:clrMapOvr>
</p:sld>
</file>

<file path=ppt/theme/theme1.xml><?xml version="1.0" encoding="utf-8"?>
<a:theme xmlns:a="http://schemas.openxmlformats.org/drawingml/2006/main" name="Secteur">
  <a:themeElements>
    <a:clrScheme name="Secteur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ecteur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ecteur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1485</TotalTime>
  <Words>74</Words>
  <Application>Microsoft Office PowerPoint</Application>
  <PresentationFormat>Grand écran</PresentationFormat>
  <Paragraphs>27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6" baseType="lpstr">
      <vt:lpstr>Century Gothic</vt:lpstr>
      <vt:lpstr>Wingdings 3</vt:lpstr>
      <vt:lpstr>Secteur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Guillaume Leibzig</dc:creator>
  <cp:lastModifiedBy>Guillaume Leibzig</cp:lastModifiedBy>
  <cp:revision>7</cp:revision>
  <dcterms:created xsi:type="dcterms:W3CDTF">2025-06-14T09:24:35Z</dcterms:created>
  <dcterms:modified xsi:type="dcterms:W3CDTF">2025-06-15T10:10:28Z</dcterms:modified>
</cp:coreProperties>
</file>